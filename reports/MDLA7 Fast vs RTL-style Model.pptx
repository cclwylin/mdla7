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0175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MDLA7 MODELING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5953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Fast model 與 RTL-style model 是兩種不同抽象層級，不是單純速度開關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92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6657A"/>
                </a:solidFill>
                <a:latin typeface="Apto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097280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691640"/>
            <a:ext cx="6629400" cy="8686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Fast model = performance estimator</a:t>
            </a:r>
          </a:p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RTL-style model = micro-architecture timing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6126480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6657A"/>
                </a:solidFill>
                <a:latin typeface="Aptos"/>
              </a:rPr>
              <a:t>這份簡報整理 coding style、interface、timing fidelity，以及下一步要怎麼往可 synthesizable RTL 前進。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4048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224028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高階公式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572000"/>
            <a:ext cx="22402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bytes/BW + ops/lanes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7" y="384048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RTL-STYLE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4160520"/>
            <a:ext cx="224028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phase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4572000"/>
            <a:ext cx="22402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issue/decode/route/SRAM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84048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160520"/>
            <a:ext cx="224028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transaction FIFO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572000"/>
            <a:ext cx="22402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req/resp + arbitration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645920"/>
            <a:ext cx="2331720" cy="3337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901952"/>
            <a:ext cx="1938528" cy="2560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Current position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RTL-oriented SystemC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with functional datapath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and phase-level timing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0175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ABSTRACTION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5953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Fast model 在高階估算；RTL-style 往硬體 pipeline 與 interface 靠近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92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6657A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097280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965960"/>
            <a:ext cx="2331720" cy="2148840"/>
          </a:xfrm>
          <a:prstGeom prst="roundRect">
            <a:avLst/>
          </a:prstGeom>
          <a:solidFill>
            <a:srgbClr val="E8ECEF"/>
          </a:solidFill>
          <a:ln w="9525">
            <a:solidFill>
              <a:srgbClr val="CC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21408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874519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1874519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copy / compute 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1874519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資料正確性為主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965960"/>
            <a:ext cx="2331720" cy="2148840"/>
          </a:xfrm>
          <a:prstGeom prst="roundRect">
            <a:avLst/>
          </a:prstGeom>
          <a:solidFill>
            <a:srgbClr val="DDE7F5"/>
          </a:solidFill>
          <a:ln w="9525">
            <a:solidFill>
              <a:srgbClr val="CC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121408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23160"/>
            <a:ext cx="1874519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Fast analytical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880360"/>
            <a:ext cx="1874519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aggregate latency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493008"/>
            <a:ext cx="1874519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sweep 大量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965960"/>
            <a:ext cx="2331720" cy="2148840"/>
          </a:xfrm>
          <a:prstGeom prst="roundRect">
            <a:avLst/>
          </a:prstGeom>
          <a:solidFill>
            <a:srgbClr val="DFF3EA"/>
          </a:solidFill>
          <a:ln w="9525">
            <a:solidFill>
              <a:srgbClr val="CC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121408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1874519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RTL-style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1874519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phase + transaction 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93008"/>
            <a:ext cx="1874519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看 bubble / stall / overlap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2121408"/>
            <a:ext cx="512064" cy="228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6" y="2139696"/>
            <a:ext cx="493776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42248" y="1965960"/>
            <a:ext cx="2331720" cy="2148840"/>
          </a:xfrm>
          <a:prstGeom prst="roundRect">
            <a:avLst/>
          </a:prstGeom>
          <a:solidFill>
            <a:srgbClr val="F5E7D8"/>
          </a:solidFill>
          <a:ln w="9525">
            <a:solidFill>
              <a:srgbClr val="CC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2121408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1874519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Synthesizable RTL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80360"/>
            <a:ext cx="1874519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valid-ready + cycle datapath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493008"/>
            <a:ext cx="1874519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可轉 RTL / 對 Verilog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7280" y="4709160"/>
            <a:ext cx="987552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4919472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6657A"/>
                </a:solidFill>
                <a:latin typeface="Aptos"/>
              </a:rPr>
              <a:t>Less detail /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919472"/>
            <a:ext cx="237744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56657A"/>
                </a:solidFill>
                <a:latin typeface="Aptos"/>
              </a:rPr>
              <a:t>More detail / closer to RTL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0175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CODING STYLE + MODULE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5953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Fast 是公式化 block call；RTL-style 用 phase/transaction table 表達硬體行為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92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6657A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097280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572768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72768"/>
            <a:ext cx="3246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Fast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72768"/>
            <a:ext cx="48006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RTL-style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10698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92807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92807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blocking C++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92807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transaction wrapper; next FIFO req/resp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86000"/>
            <a:ext cx="106984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31720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cycles =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issue / decode / read / compute / write / 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24912"/>
            <a:ext cx="10698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770632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Data 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770632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aggregate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70632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DRAM / L1 / L1Mesh phase visibility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63824"/>
            <a:ext cx="106984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9544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Debug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09544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engine busy / layer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09544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phase summary + Gantt + stall reason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02736"/>
            <a:ext cx="10698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648456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Command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48456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descriptor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648456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dispatch / cfg_fifo_write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041647"/>
            <a:ext cx="106984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087367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UDMA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087367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copy + BW 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087367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issue / DRAM / L1 / codec / 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480559"/>
            <a:ext cx="10698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526279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CONV / Requant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526279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analytical cycles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526279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read / MAC / chain / pack / write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19472"/>
            <a:ext cx="106984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965192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EWE / POOL / TNPS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965192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op-level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65192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read / compute / write phases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358384"/>
            <a:ext cx="10698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404104"/>
            <a:ext cx="23317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111827"/>
                </a:solidFill>
                <a:latin typeface="Aptos"/>
              </a:rPr>
              <a:t>L1Manager / L1Mesh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404104"/>
            <a:ext cx="324612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Aptos"/>
              </a:rPr>
              <a:t>pass-through + aggregate timing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404104"/>
            <a:ext cx="480060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Aptos"/>
              </a:rPr>
              <a:t>L1ManagerReq/Resp + issue / mesh / SRAM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870448"/>
            <a:ext cx="10241280" cy="38404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934456"/>
            <a:ext cx="987552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Boundary: RTL-style timing/interface is closer to hardware, but current datapath still uses functional memory copy.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0175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USE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5953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用 Fast 做 corpus sweep；用 RTL-style 找硬體風險；下一步才進 FIFO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92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6657A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097280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3246120" cy="233172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BFD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256032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Use Fast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2606040" cy="11430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跑大量 ETHZ / MLPerf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快速看 layer total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檢查 schedule / fusion 是否有效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46120" cy="2331720"/>
          </a:xfrm>
          <a:prstGeom prst="roundRect">
            <a:avLst/>
          </a:prstGeom>
          <a:solidFill>
            <a:srgbClr val="E8F7EF"/>
          </a:solidFill>
          <a:ln w="9525">
            <a:solidFill>
              <a:srgbClr val="B7D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029968"/>
            <a:ext cx="256032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Use RTL-style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542032"/>
            <a:ext cx="2606040" cy="11430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看 bubble / stall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比較 engine overlap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檢查 L1Manager / L1Mesh 壓力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2971800" cy="2331720"/>
          </a:xfrm>
          <a:prstGeom prst="roundRect">
            <a:avLst/>
          </a:prstGeom>
          <a:solidFill>
            <a:srgbClr val="FFF0E3"/>
          </a:solidFill>
          <a:ln w="9525">
            <a:solidFill>
              <a:srgbClr val="E7C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2029968"/>
            <a:ext cx="256032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542032"/>
            <a:ext cx="2606040" cy="11430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req/resp FIFO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arbitration policy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valid-ready Payload beats</a:t>
            </a:r>
          </a:p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then synthesize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6657A"/>
                </a:solidFill>
                <a:latin typeface="Aptos"/>
              </a:rPr>
              <a:t>Recommended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882896"/>
            <a:ext cx="8595360" cy="4114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Keep both models: Fast remains the regression baseline; RTL-style becomes the architectural truth meter before writing RTL.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0175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56657A"/>
                </a:solidFill>
                <a:latin typeface="Aptos"/>
              </a:rPr>
              <a:t>TOWARD SYNTHESIZABLE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595360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可以轉，但不是一鍵轉；要新增可綜合 RTL path，保留現有 model 當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92608"/>
            <a:ext cx="5029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6657A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0972800" cy="0"/>
          </a:xfrm>
          <a:prstGeom prst="line">
            <a:avLst/>
          </a:prstGeom>
          <a:ln w="9525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719072"/>
            <a:ext cx="3154680" cy="3520440"/>
          </a:xfrm>
          <a:prstGeom prst="roundRect">
            <a:avLst/>
          </a:prstGeom>
          <a:solidFill>
            <a:srgbClr val="FFF5EE"/>
          </a:solidFill>
          <a:ln w="9525">
            <a:solidFill>
              <a:srgbClr val="E7C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0604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Why current code is not synth-ready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2651760" cy="1874519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std::vector / dynamic allocation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blocking read/write function calls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wait(sc_time) timing annotation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memcpy / variable-size buffers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JSON/Gantt trace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19072"/>
            <a:ext cx="3246120" cy="3520440"/>
          </a:xfrm>
          <a:prstGeom prst="roundRect">
            <a:avLst/>
          </a:prstGeom>
          <a:solidFill>
            <a:srgbClr val="E8F7EF"/>
          </a:solidFill>
          <a:ln w="9525">
            <a:solidFill>
              <a:srgbClr val="B7D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920240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Conversion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395728"/>
            <a:ext cx="2743200" cy="1965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keep fast / RTL-style as reference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add systemc/include/mdla7/rtl/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define fixed valid-ready interface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convert modules to clocked FSM</a:t>
            </a:r>
          </a:p>
          <a:p>
            <a:pPr algn="l"/>
            <a:r>
              <a:rPr sz="1080" b="0">
                <a:solidFill>
                  <a:srgbClr val="334155"/>
                </a:solidFill>
                <a:latin typeface="Aptos"/>
              </a:rPr>
              <a:t>• guard traces with #ifndef __SYNTHESIS__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19072"/>
            <a:ext cx="3246120" cy="352044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BFD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920240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First target mini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395728"/>
            <a:ext cx="2743200" cy="2194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UDMA_RTL</a:t>
            </a:r>
          </a:p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  → L1Manager_RTL</a:t>
            </a:r>
          </a:p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    → L1Mesh_RTL SRAM banks</a:t>
            </a:r>
          </a:p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    → DRAM AXI shim</a:t>
            </a:r>
          </a:p>
          <a:p>
            <a:pPr algn="l"/>
          </a:p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Support linear copy first: DRAM→L1 and L1→DRAM, 16B payload beats.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623560"/>
            <a:ext cx="10332720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705856"/>
            <a:ext cx="996696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Decision: do not mutate the fast model into RTL. Build a separate synthesizable path and verify it against fast + RTL-style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